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4290"/>
            <a:ext cx="18288000" cy="10252710"/>
          </a:xfrm>
          <a:custGeom>
            <a:avLst/>
            <a:gdLst/>
            <a:ahLst/>
            <a:cxnLst/>
            <a:rect r="r" b="b" t="t" l="l"/>
            <a:pathLst>
              <a:path h="10252710" w="18288000">
                <a:moveTo>
                  <a:pt x="0" y="0"/>
                </a:moveTo>
                <a:lnTo>
                  <a:pt x="18288000" y="0"/>
                </a:lnTo>
                <a:lnTo>
                  <a:pt x="18288000" y="10252710"/>
                </a:lnTo>
                <a:lnTo>
                  <a:pt x="0" y="102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2" t="-167" r="0" b="-16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0" t="-168" r="-59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0" t="0" r="-102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50" y="0"/>
            <a:ext cx="18288000" cy="10252710"/>
          </a:xfrm>
          <a:custGeom>
            <a:avLst/>
            <a:gdLst/>
            <a:ahLst/>
            <a:cxnLst/>
            <a:rect r="r" b="b" t="t" l="l"/>
            <a:pathLst>
              <a:path h="10252710" w="18288000">
                <a:moveTo>
                  <a:pt x="0" y="0"/>
                </a:moveTo>
                <a:lnTo>
                  <a:pt x="18288000" y="0"/>
                </a:lnTo>
                <a:lnTo>
                  <a:pt x="18288000" y="10252710"/>
                </a:lnTo>
                <a:lnTo>
                  <a:pt x="0" y="102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29850"/>
          </a:xfrm>
          <a:custGeom>
            <a:avLst/>
            <a:gdLst/>
            <a:ahLst/>
            <a:cxnLst/>
            <a:rect r="r" b="b" t="t" l="l"/>
            <a:pathLst>
              <a:path h="10229850" w="18288000">
                <a:moveTo>
                  <a:pt x="0" y="0"/>
                </a:moveTo>
                <a:lnTo>
                  <a:pt x="18288000" y="0"/>
                </a:lnTo>
                <a:lnTo>
                  <a:pt x="18288000" y="10229850"/>
                </a:lnTo>
                <a:lnTo>
                  <a:pt x="0" y="1022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544" y="0"/>
            <a:ext cx="15294911" cy="10287000"/>
          </a:xfrm>
          <a:custGeom>
            <a:avLst/>
            <a:gdLst/>
            <a:ahLst/>
            <a:cxnLst/>
            <a:rect r="r" b="b" t="t" l="l"/>
            <a:pathLst>
              <a:path h="10287000" w="15294911">
                <a:moveTo>
                  <a:pt x="0" y="0"/>
                </a:moveTo>
                <a:lnTo>
                  <a:pt x="15294912" y="0"/>
                </a:lnTo>
                <a:lnTo>
                  <a:pt x="152949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36" t="0" r="-1836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5981" y="0"/>
            <a:ext cx="18413981" cy="9874497"/>
          </a:xfrm>
          <a:custGeom>
            <a:avLst/>
            <a:gdLst/>
            <a:ahLst/>
            <a:cxnLst/>
            <a:rect r="r" b="b" t="t" l="l"/>
            <a:pathLst>
              <a:path h="9874497" w="18413981">
                <a:moveTo>
                  <a:pt x="0" y="0"/>
                </a:moveTo>
                <a:lnTo>
                  <a:pt x="18413981" y="0"/>
                </a:lnTo>
                <a:lnTo>
                  <a:pt x="18413981" y="9874497"/>
                </a:lnTo>
                <a:lnTo>
                  <a:pt x="0" y="9874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953" y="0"/>
            <a:ext cx="18166094" cy="10150305"/>
          </a:xfrm>
          <a:custGeom>
            <a:avLst/>
            <a:gdLst/>
            <a:ahLst/>
            <a:cxnLst/>
            <a:rect r="r" b="b" t="t" l="l"/>
            <a:pathLst>
              <a:path h="10150305" w="18166094">
                <a:moveTo>
                  <a:pt x="0" y="0"/>
                </a:moveTo>
                <a:lnTo>
                  <a:pt x="18166094" y="0"/>
                </a:lnTo>
                <a:lnTo>
                  <a:pt x="18166094" y="10150305"/>
                </a:lnTo>
                <a:lnTo>
                  <a:pt x="0" y="10150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7145"/>
            <a:ext cx="18318582" cy="10269855"/>
          </a:xfrm>
          <a:custGeom>
            <a:avLst/>
            <a:gdLst/>
            <a:ahLst/>
            <a:cxnLst/>
            <a:rect r="r" b="b" t="t" l="l"/>
            <a:pathLst>
              <a:path h="10269855" w="18318582">
                <a:moveTo>
                  <a:pt x="0" y="0"/>
                </a:moveTo>
                <a:lnTo>
                  <a:pt x="18318582" y="0"/>
                </a:lnTo>
                <a:lnTo>
                  <a:pt x="18318582" y="10269855"/>
                </a:lnTo>
                <a:lnTo>
                  <a:pt x="0" y="10269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5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2870"/>
            <a:ext cx="18288000" cy="10081260"/>
          </a:xfrm>
          <a:custGeom>
            <a:avLst/>
            <a:gdLst/>
            <a:ahLst/>
            <a:cxnLst/>
            <a:rect r="r" b="b" t="t" l="l"/>
            <a:pathLst>
              <a:path h="10081260" w="18288000">
                <a:moveTo>
                  <a:pt x="0" y="0"/>
                </a:moveTo>
                <a:lnTo>
                  <a:pt x="18288000" y="0"/>
                </a:lnTo>
                <a:lnTo>
                  <a:pt x="18288000" y="10081260"/>
                </a:lnTo>
                <a:lnTo>
                  <a:pt x="0" y="10081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DAHXnIb00bo</dc:identifier>
  <dcterms:modified xsi:type="dcterms:W3CDTF">2011-08-01T06:04:30Z</dcterms:modified>
  <cp:revision>1</cp:revision>
  <dc:title>Team -B</dc:title>
</cp:coreProperties>
</file>